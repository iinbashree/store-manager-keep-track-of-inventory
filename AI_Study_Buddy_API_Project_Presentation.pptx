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457200"/>
            <a:ext cx="1828800" cy="1828800"/>
          </a:xfrm>
          <a:prstGeom prst="ellipse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2286000"/>
            <a:ext cx="1143000" cy="1143000"/>
          </a:xfrm>
          <a:prstGeom prst="ellipse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4297680"/>
            <a:ext cx="1371600" cy="1371600"/>
          </a:xfrm>
          <a:prstGeom prst="ellipse">
            <a:avLst/>
          </a:prstGeom>
          <a:solidFill>
            <a:srgbClr val="284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188720"/>
            <a:ext cx="109728" cy="3931920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17320"/>
            <a:ext cx="7863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AI STUDY BUDDY API</a:t>
            </a:r>
          </a:p>
          <a:p>
            <a:pPr>
              <a:spcBef>
                <a:spcPts val="1500"/>
              </a:spcBef>
              <a:defRPr sz="2400">
                <a:solidFill>
                  <a:srgbClr val="47BED2"/>
                </a:solidFill>
              </a:defRPr>
            </a:pPr>
            <a:r>
              <a:t>An AI-powered learning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977639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NAAN MUDHALVAN PROJECT PRESENTATION</a:t>
            </a:r>
          </a:p>
          <a:p>
            <a:pPr>
              <a:defRPr sz="1500">
                <a:solidFill>
                  <a:srgbClr val="D7E1F0"/>
                </a:solidFill>
              </a:defRPr>
            </a:pPr>
            <a:r>
              <a:t>Presented by: ____________________</a:t>
            </a:r>
          </a:p>
          <a:p>
            <a:pPr>
              <a:defRPr sz="1500">
                <a:solidFill>
                  <a:srgbClr val="D7E1F0"/>
                </a:solidFill>
              </a:defRPr>
            </a:pPr>
            <a:r>
              <a:t>Department / College: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7373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BED2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AI Study Buddy API is designed to support students in their everyday learning.</a:t>
            </a:r>
          </a:p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It can provide explanations, summaries, practice questions, and study guidance.</a:t>
            </a:r>
          </a:p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Students can ask questions in natural language and receive quick responses.</a:t>
            </a:r>
          </a:p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The API connects a learning application with an AI model to generate helpful content.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D7D"/>
                </a:solidFill>
              </a:defRPr>
            </a:pPr>
            <a:r>
              <a:t>NAAN MUDHALVAN PROJECT  •  AI STUDY BUDDY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7373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BED2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29000" cy="182880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91440" cy="1828800"/>
          </a:xfrm>
          <a:prstGeom prst="rect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90472"/>
            <a:ext cx="29900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Doubt clearing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39112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Students may not always have immediate access to teachers or tutors.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91440" cy="1828800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490472"/>
            <a:ext cx="29900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Study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039112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Finding simple explanations and useful practice questions can take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29000" cy="182880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91440" cy="1828800"/>
          </a:xfrm>
          <a:prstGeom prst="rect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90472"/>
            <a:ext cx="29900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Personal 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39112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Learners need support that matches their topic and level.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A3441"/>
                </a:solidFill>
                <a:latin typeface="Aptos"/>
              </a:defRPr>
            </a:pPr>
            <a:r>
              <a:t>A digital study assistant can make learning support more accessible and convenient.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D7D"/>
                </a:solidFill>
              </a:defRPr>
            </a:pPr>
            <a:r>
              <a:t>NAAN MUDHALVAN PROJECT  •  AI STUDY BUDDY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7373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BED2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Build an AI-based assistant that responds to student questions.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Explain difficult concepts in clear, student-friendly language.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Generate short notes, summaries, quizzes, and revision questions.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Reduce the time needed to prepare for tests and assignments.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Provide a simple API that can be integrated into a web or mobile application.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D7D"/>
                </a:solidFill>
              </a:defRPr>
            </a:pPr>
            <a:r>
              <a:t>NAAN MUDHALVAN PROJECT  •  AI STUDY BUDDY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7373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BED2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83280" cy="19659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91440" cy="1965960"/>
          </a:xfrm>
          <a:prstGeom prst="rect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399032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Ask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47672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Ask topic-related questions and receive AI-generated answers.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383280" cy="19659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91440" cy="1965960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399032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Simple Explanations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947672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Get concepts explained step by step in accessible language.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383280" cy="19659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91440" cy="1965960"/>
          </a:xfrm>
          <a:prstGeom prst="rect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399032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Notes &amp; Summaries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47672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Create concise revision notes from a topic or supplied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40"/>
            <a:ext cx="3383280" cy="19659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91440" cy="1965960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685032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Quiz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33672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Generate practice questions to check understanding.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40"/>
            <a:ext cx="3383280" cy="19659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520440"/>
            <a:ext cx="91440" cy="1965960"/>
          </a:xfrm>
          <a:prstGeom prst="rect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3685032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24/7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4233672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Use the assistant whenever internet and service access are available.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520440"/>
            <a:ext cx="3383280" cy="19659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520440"/>
            <a:ext cx="91440" cy="1965960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685032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API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233672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Connect the AI service to a frontend application using requests.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D7D"/>
                </a:solidFill>
              </a:defRPr>
            </a:pPr>
            <a:r>
              <a:t>NAAN MUDHALVAN PROJECT  •  AI STUDY BUDDY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7373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BED2"/>
                </a:solidFill>
              </a:defRPr>
            </a:pPr>
            <a:r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685800" cy="685800"/>
          </a:xfrm>
          <a:prstGeom prst="ellipse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93392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1737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A3441"/>
                </a:solidFill>
              </a:defRPr>
            </a:pPr>
            <a:r>
              <a:t>Student enters a question</a:t>
            </a:r>
          </a:p>
        </p:txBody>
      </p:sp>
      <p:sp>
        <p:nvSpPr>
          <p:cNvPr id="8" name="Chevron 7"/>
          <p:cNvSpPr/>
          <p:nvPr/>
        </p:nvSpPr>
        <p:spPr>
          <a:xfrm>
            <a:off x="2167128" y="1965960"/>
            <a:ext cx="502920" cy="347472"/>
          </a:xfrm>
          <a:prstGeom prst="chevron">
            <a:avLst/>
          </a:prstGeom>
          <a:solidFill>
            <a:srgbClr val="96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9000" y="1828800"/>
            <a:ext cx="685800" cy="685800"/>
          </a:xfrm>
          <a:prstGeom prst="ellipse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993392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743200"/>
            <a:ext cx="1737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A3441"/>
                </a:solidFill>
              </a:defRPr>
            </a:pPr>
            <a:r>
              <a:t>Application sends a request</a:t>
            </a:r>
          </a:p>
        </p:txBody>
      </p:sp>
      <p:sp>
        <p:nvSpPr>
          <p:cNvPr id="12" name="Chevron 11"/>
          <p:cNvSpPr/>
          <p:nvPr/>
        </p:nvSpPr>
        <p:spPr>
          <a:xfrm>
            <a:off x="4498848" y="1965960"/>
            <a:ext cx="502920" cy="347472"/>
          </a:xfrm>
          <a:prstGeom prst="chevron">
            <a:avLst/>
          </a:prstGeom>
          <a:solidFill>
            <a:srgbClr val="96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1828800"/>
            <a:ext cx="685800" cy="685800"/>
          </a:xfrm>
          <a:prstGeom prst="ellipse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993392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743200"/>
            <a:ext cx="1737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A3441"/>
                </a:solidFill>
              </a:defRPr>
            </a:pPr>
            <a:r>
              <a:t>API validates the input</a:t>
            </a:r>
          </a:p>
        </p:txBody>
      </p:sp>
      <p:sp>
        <p:nvSpPr>
          <p:cNvPr id="16" name="Chevron 15"/>
          <p:cNvSpPr/>
          <p:nvPr/>
        </p:nvSpPr>
        <p:spPr>
          <a:xfrm>
            <a:off x="6830568" y="1965960"/>
            <a:ext cx="502920" cy="347472"/>
          </a:xfrm>
          <a:prstGeom prst="chevron">
            <a:avLst/>
          </a:prstGeom>
          <a:solidFill>
            <a:srgbClr val="96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92440" y="1828800"/>
            <a:ext cx="685800" cy="685800"/>
          </a:xfrm>
          <a:prstGeom prst="ellipse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993392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743200"/>
            <a:ext cx="1737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A3441"/>
                </a:solidFill>
              </a:defRPr>
            </a:pPr>
            <a:r>
              <a:t>AI model generates a response</a:t>
            </a:r>
          </a:p>
        </p:txBody>
      </p:sp>
      <p:sp>
        <p:nvSpPr>
          <p:cNvPr id="20" name="Chevron 19"/>
          <p:cNvSpPr/>
          <p:nvPr/>
        </p:nvSpPr>
        <p:spPr>
          <a:xfrm>
            <a:off x="9162288" y="1965960"/>
            <a:ext cx="502920" cy="347472"/>
          </a:xfrm>
          <a:prstGeom prst="chevron">
            <a:avLst/>
          </a:prstGeom>
          <a:solidFill>
            <a:srgbClr val="96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0" y="1828800"/>
            <a:ext cx="685800" cy="685800"/>
          </a:xfrm>
          <a:prstGeom prst="ellipse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1993392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743200"/>
            <a:ext cx="1737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A3441"/>
                </a:solidFill>
              </a:defRPr>
            </a:pPr>
            <a:r>
              <a:t>Response is returned to the student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572000"/>
            <a:ext cx="8503920" cy="96012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0" y="4572000"/>
            <a:ext cx="91440" cy="960120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84832" y="4736592"/>
            <a:ext cx="80650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2" y="5285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A relevant answer, explanation, summary, or practice quiz is displayed to the student.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D7D"/>
                </a:solidFill>
              </a:defRPr>
            </a:pPr>
            <a:r>
              <a:t>NAAN MUDHALVAN PROJECT  •  AI STUDY BUDDY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Technology /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7373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BED2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74920" cy="15087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91440" cy="1508760"/>
          </a:xfrm>
          <a:prstGeom prst="rect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490472"/>
            <a:ext cx="46360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39112"/>
            <a:ext cx="461772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A web page or app where students enter questions and view answers.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074920" cy="15087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91440" cy="1508760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90472"/>
            <a:ext cx="46360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039112"/>
            <a:ext cx="461772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Python or another server-side language can handle requests and responses.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46120"/>
            <a:ext cx="5074920" cy="15087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246120"/>
            <a:ext cx="91440" cy="1508760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410712"/>
            <a:ext cx="46360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AI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959352"/>
            <a:ext cx="461772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An AI service endpoint processes prompts and generates study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46120"/>
            <a:ext cx="5074920" cy="15087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246120"/>
            <a:ext cx="91440" cy="1508760"/>
          </a:xfrm>
          <a:prstGeom prst="rect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410712"/>
            <a:ext cx="46360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Internet &amp;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959352"/>
            <a:ext cx="461772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HTTP requests and JSON data can transfer questions and responses.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F6D7D"/>
                </a:solidFill>
              </a:defRPr>
            </a:pPr>
            <a:r>
              <a:t>Note: Use the actual programming language, API provider, and tools implemented in your project.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D7D"/>
                </a:solidFill>
              </a:defRPr>
            </a:pPr>
            <a:r>
              <a:t>NAAN MUDHALVAN PROJECT  •  AI STUDY BUDDY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How the API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7373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BED2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Request: the application sends a prompt or question to the API.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Processing: the service checks the request and passes the prompt to the AI model.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Response: the API returns generated text in a structured format such as JSON.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Display: the application shows the answer, notes, or quiz to the student.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Security: API keys should be kept on the server and never exposed in public frontend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D7D"/>
                </a:solidFill>
              </a:defRPr>
            </a:pPr>
            <a:r>
              <a:t>NAAN MUDHALVAN PROJECT  •  AI STUDY BUDDY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Benefits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7373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BED2"/>
                </a:solidFill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5074920" cy="42519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91440" cy="4251960"/>
          </a:xfrm>
          <a:prstGeom prst="rect">
            <a:avLst/>
          </a:prstGeom>
          <a:solidFill>
            <a:srgbClr val="2C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444751"/>
            <a:ext cx="46360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93391"/>
            <a:ext cx="46177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• Quick learning support</a:t>
            </a:r>
            <a:br/>
            <a:br/>
            <a:r>
              <a:t>• Easy revision and practice</a:t>
            </a:r>
            <a:br/>
            <a:br/>
            <a:r>
              <a:t>• Available beyond classroom hours</a:t>
            </a:r>
            <a:br/>
            <a:br/>
            <a:r>
              <a:t>• Can be integrated into different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074920" cy="4251960"/>
          </a:xfrm>
          <a:prstGeom prst="roundRect">
            <a:avLst/>
          </a:prstGeom>
          <a:solidFill>
            <a:srgbClr val="EFF6FD"/>
          </a:solidFill>
          <a:ln>
            <a:solidFill>
              <a:srgbClr val="DAE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91440" cy="4251960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44751"/>
            <a:ext cx="46360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274A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993391"/>
            <a:ext cx="46177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3441"/>
                </a:solidFill>
                <a:latin typeface="Aptos"/>
              </a:defRPr>
            </a:pPr>
            <a:r>
              <a:t>• AI answers may sometimes be incorrect</a:t>
            </a:r>
            <a:br/>
            <a:br/>
            <a:r>
              <a:t>• Internet/API access may be required</a:t>
            </a:r>
            <a:br/>
            <a:br/>
            <a:r>
              <a:t>• Usage may have costs or limits</a:t>
            </a:r>
            <a:br/>
            <a:br/>
            <a:r>
              <a:t>• Students should verify important information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D7D"/>
                </a:solidFill>
              </a:defRPr>
            </a:pPr>
            <a:r>
              <a:t>NAAN MUDHALVAN PROJECT  •  AI STUDY BUDDY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6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7373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BED2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Add user login and personalized learning history.</a:t>
            </a:r>
          </a:p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Support Tamil and other regional languages.</a:t>
            </a:r>
          </a:p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Provide subject-wise quizzes with scores and feedback.</a:t>
            </a:r>
          </a:p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Allow students to upload notes or documents for summaries.</a:t>
            </a:r>
          </a:p>
          <a:p>
            <a:pPr>
              <a:spcAft>
                <a:spcPts val="16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Add progress tracking and recommended revision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D7D"/>
                </a:solidFill>
              </a:defRPr>
            </a:pPr>
            <a:r>
              <a:t>NAAN MUDHALVAN PROJECT  •  AI STUDY BUDDY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0" y="2057400"/>
            <a:ext cx="1920240" cy="64008"/>
          </a:xfrm>
          <a:prstGeom prst="rect">
            <a:avLst/>
          </a:prstGeom>
          <a:solidFill>
            <a:srgbClr val="4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60604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E8F0FA"/>
                </a:solidFill>
              </a:defRPr>
            </a:pPr>
            <a:r>
              <a:t>AI Study Buddy API aims to make learning more interactive, accessible, and efficient by offering quick explanations and practice support. It acts as a digital learning companion while encouraging students to verify answers and continue learning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074920"/>
            <a:ext cx="6675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47BED2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